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PT Sans Narrow"/>
      <p:regular r:id="rId25"/>
      <p:bold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1" roundtripDataSignature="AMtx7mgVdcO2Qm3rECHnTP/yWcbuqZfO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85EAA4-BE0A-4058-A941-3EB0AC30F1E7}">
  <a:tblStyle styleId="{DE85EAA4-BE0A-4058-A941-3EB0AC30F1E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CEAE6"/>
          </a:solidFill>
        </a:fill>
      </a:tcStyle>
    </a:wholeTbl>
    <a:band1H>
      <a:tcTxStyle b="off" i="off"/>
      <a:tcStyle>
        <a:fill>
          <a:solidFill>
            <a:srgbClr val="F9D3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9D3CA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TSansNarrow-bold.fntdata"/><Relationship Id="rId25" Type="http://schemas.openxmlformats.org/officeDocument/2006/relationships/font" Target="fonts/PTSansNarrow-regular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8f2eac4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8f2eac4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24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8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" name="Google Shape;44;p28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.jpg"/><Relationship Id="rId5" Type="http://schemas.openxmlformats.org/officeDocument/2006/relationships/image" Target="../media/image20.png"/><Relationship Id="rId6" Type="http://schemas.openxmlformats.org/officeDocument/2006/relationships/image" Target="../media/image4.jpg"/><Relationship Id="rId7" Type="http://schemas.openxmlformats.org/officeDocument/2006/relationships/image" Target="../media/image3.jp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"/>
          <p:cNvSpPr txBox="1"/>
          <p:nvPr>
            <p:ph type="ctrTitle"/>
          </p:nvPr>
        </p:nvSpPr>
        <p:spPr>
          <a:xfrm>
            <a:off x="1004125" y="18755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 sz="3359">
                <a:solidFill>
                  <a:srgbClr val="000000"/>
                </a:solidFill>
              </a:rPr>
              <a:t>User-Centric Video Summarization with GPT-2 &amp; ViT: A Hybrid Approach to Frame-Level Captioning</a:t>
            </a:r>
            <a:endParaRPr sz="3359">
              <a:solidFill>
                <a:srgbClr val="000000"/>
              </a:solidFill>
            </a:endParaRPr>
          </a:p>
        </p:txBody>
      </p:sp>
      <p:sp>
        <p:nvSpPr>
          <p:cNvPr id="51" name="Google Shape;51;p1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Supervisor: Muhammad Rafi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DEFINITION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This project aimed to create an end-to-end solution for a query based video summarization, where the system automatically generates concise yet informative summary of input video relevant to the input query.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" name="Google Shape;5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470" y="2914165"/>
            <a:ext cx="7647852" cy="182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APPROACH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How to put videos on YouTube - Saga" id="66" name="Google Shape;6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799" y="1670684"/>
            <a:ext cx="1145541" cy="85915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/>
          <p:nvPr/>
        </p:nvSpPr>
        <p:spPr>
          <a:xfrm>
            <a:off x="1455420" y="2004060"/>
            <a:ext cx="35814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ow to Play a Video Frame by Frame in VLC player - Digitional" id="68" name="Google Shape;6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9280" y="1684020"/>
            <a:ext cx="1425118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/>
          <p:nvPr/>
        </p:nvSpPr>
        <p:spPr>
          <a:xfrm>
            <a:off x="3299460" y="2019300"/>
            <a:ext cx="35814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ustainability | Free Full-Text | A Video Captioning Method Based on  Multi-Representation Switching for Sustainable Computing" id="70" name="Google Shape;7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0940" y="1582940"/>
            <a:ext cx="2976201" cy="1282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uery Icon Vector Art, Icons, and Graphics for Free Download" id="71" name="Google Shape;7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28849" y="3021329"/>
            <a:ext cx="1101091" cy="110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"/>
          <p:cNvSpPr/>
          <p:nvPr/>
        </p:nvSpPr>
        <p:spPr>
          <a:xfrm flipH="1" rot="5400000">
            <a:off x="3966210" y="2800350"/>
            <a:ext cx="441960" cy="1226820"/>
          </a:xfrm>
          <a:prstGeom prst="bentArrow">
            <a:avLst>
              <a:gd fmla="val 25000" name="adj1"/>
              <a:gd fmla="val 25000" name="adj2"/>
              <a:gd fmla="val 25000" name="adj3"/>
              <a:gd fmla="val 47832" name="adj4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659880" y="1996440"/>
            <a:ext cx="35814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pgewonden zijn informatie eetlust filter logo Paard Stroomopwaarts Voor  type" id="74" name="Google Shape;7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59296" y="1694815"/>
            <a:ext cx="789306" cy="789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urvey of recent work on video summarization: approaches and techniques |  Multimedia Tools and Applications" id="75" name="Google Shape;75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16872" y="2964180"/>
            <a:ext cx="2555628" cy="182811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"/>
          <p:cNvSpPr/>
          <p:nvPr/>
        </p:nvSpPr>
        <p:spPr>
          <a:xfrm rot="5400000">
            <a:off x="7269480" y="2667000"/>
            <a:ext cx="35814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143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     ego4D dataset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     limited the use case to cleaning and laundry videos	</a:t>
            </a:r>
            <a:endParaRPr/>
          </a:p>
          <a:p>
            <a:pPr indent="-1143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     44 videos of varying lengths (3 to 30 minutes)</a:t>
            </a:r>
            <a:endParaRPr/>
          </a:p>
          <a:p>
            <a:pPr indent="-1143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    The data contains the description of frames, frame number and time        	stamp along with the video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" name="Google Shape;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4003" y="3195638"/>
            <a:ext cx="5705475" cy="17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AutoNum type="arabicPeriod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Video is broken down into frames.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AutoNum type="arabicPeriod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Each frame is resized to 224, 224 and normalized by 255.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AutoNum type="arabicPeriod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Those frames which have descriptions available in ego4D dataset, were converted to numpy arrays and Images.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AutoNum type="arabicPeriod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All such frames and their respective descriptions were transformed into hugging face dataset format.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AutoNum type="arabicPeriod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Out of 44 videos, we got 6500 images, 5200 were selected for training, and 1040 and 260 were set out for testing and validation.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CAPTIONING MODEL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Image Captioning is done by combining ViT and GPT-2.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Vision Transformer is used as encoder for image encoding. Feature extraction of the images is also done using ViT’s feature extractor.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GPT-2 is used as a decoder to decode the image embeddings into Natural Language. GPT’s tokenizer is used for the same task.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9" name="Google Shape;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0338" y="3146325"/>
            <a:ext cx="2966126" cy="166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076" y="3463225"/>
            <a:ext cx="1656602" cy="103148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7"/>
          <p:cNvSpPr/>
          <p:nvPr/>
        </p:nvSpPr>
        <p:spPr>
          <a:xfrm>
            <a:off x="2522220" y="3909060"/>
            <a:ext cx="3582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5826470" y="3909060"/>
            <a:ext cx="3582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7150" y="3376825"/>
            <a:ext cx="2209678" cy="120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CAPTIONING MODEL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" name="Google Shape;1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9" y="1921050"/>
            <a:ext cx="5676550" cy="290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8"/>
          <p:cNvSpPr/>
          <p:nvPr/>
        </p:nvSpPr>
        <p:spPr>
          <a:xfrm>
            <a:off x="6103620" y="2385060"/>
            <a:ext cx="3582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6022170" y="2330625"/>
            <a:ext cx="17526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8"/>
          <p:cNvSpPr txBox="1"/>
          <p:nvPr/>
        </p:nvSpPr>
        <p:spPr>
          <a:xfrm>
            <a:off x="6238200" y="3312875"/>
            <a:ext cx="29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Image embeddings</a:t>
            </a:r>
            <a:endParaRPr b="0" i="0" sz="12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1500150" y="1305875"/>
            <a:ext cx="697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VISION TRANSFORMER AS ENCODER</a:t>
            </a:r>
            <a:endParaRPr b="0" i="0" sz="18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CAPTIONING MODEL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1" name="Google Shape;1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995" y="2939738"/>
            <a:ext cx="17526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9"/>
          <p:cNvSpPr txBox="1"/>
          <p:nvPr/>
        </p:nvSpPr>
        <p:spPr>
          <a:xfrm>
            <a:off x="387900" y="3281375"/>
            <a:ext cx="29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Image embeddings</a:t>
            </a:r>
            <a:endParaRPr b="0" i="0" sz="12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9"/>
          <p:cNvSpPr txBox="1"/>
          <p:nvPr/>
        </p:nvSpPr>
        <p:spPr>
          <a:xfrm>
            <a:off x="6686050" y="3033575"/>
            <a:ext cx="697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GPT-2 AS DECODER</a:t>
            </a:r>
            <a:endParaRPr b="0" i="0" sz="18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4" name="Google Shape;12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25488" y="1632775"/>
            <a:ext cx="3845431" cy="307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9"/>
          <p:cNvSpPr/>
          <p:nvPr/>
        </p:nvSpPr>
        <p:spPr>
          <a:xfrm>
            <a:off x="2141220" y="3070860"/>
            <a:ext cx="3582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2882400" y="4195400"/>
            <a:ext cx="1752600" cy="62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3207300" y="1300175"/>
            <a:ext cx="29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Image captions</a:t>
            </a:r>
            <a:endParaRPr b="0" i="0" sz="12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CAPTIONING MODEL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Fine-tuning: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We have fine-tuned this model on Ego4D (Cleaning &amp; Laundry) dataset.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During training we have used Rouge metric for evaluation of predicted captions.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738" y="3451088"/>
            <a:ext cx="7934325" cy="9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CAPTIONING MODEL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Testing: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After fine-tuning we have tested our model on test images by predicting the captions and then calculating Bleu Score of predicted &amp; actual captions of test images.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On 206 testing images 0.512 bleu score was achieved.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FILTERING WITH QUERY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Captions for every 15th frame will be generated using our trained model.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LLAMA INDEX is used for storing these captions.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 user query will retrieve the frames similar to the input query.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For every similar frame, preceding and succeeding 4 seconds are selected to be included in the summary. This is done to maintain cohesiveness between the frames.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FILTERING WITH QUERY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7" name="Google Shape;1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575" y="1385774"/>
            <a:ext cx="1891992" cy="189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3"/>
          <p:cNvSpPr/>
          <p:nvPr/>
        </p:nvSpPr>
        <p:spPr>
          <a:xfrm>
            <a:off x="2773458" y="2259560"/>
            <a:ext cx="3582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03262" y="3707075"/>
            <a:ext cx="1249750" cy="134974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3"/>
          <p:cNvSpPr/>
          <p:nvPr/>
        </p:nvSpPr>
        <p:spPr>
          <a:xfrm>
            <a:off x="5621520" y="2232673"/>
            <a:ext cx="3582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36553" y="1385775"/>
            <a:ext cx="1783150" cy="178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3"/>
          <p:cNvSpPr/>
          <p:nvPr/>
        </p:nvSpPr>
        <p:spPr>
          <a:xfrm rot="-5400000">
            <a:off x="4249020" y="3361810"/>
            <a:ext cx="3582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urvey of recent work on video summarization: approaches and techniques |  Multimedia Tools and Applications" id="163" name="Google Shape;16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6672" y="1476355"/>
            <a:ext cx="2555629" cy="182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METRICS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F1-score and recall are the common evaluation metrics used for video summarization tasks. True positive, false positive and false negatives, in this case, would be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True Positives = Frames in both ground truth and machine summary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False Positives = Frames in machine summary but not in ground truth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False Negatives = Frames in ground truth but not in machine summary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14"/>
          <p:cNvSpPr/>
          <p:nvPr/>
        </p:nvSpPr>
        <p:spPr>
          <a:xfrm>
            <a:off x="311700" y="2615250"/>
            <a:ext cx="7762200" cy="147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Compared to baseline results on ego4D dataset which is a F1 Score of 44.19, we managed to outperform these results by 4%.</a:t>
            </a:r>
            <a:endParaRPr sz="2100">
              <a:solidFill>
                <a:srgbClr val="695D4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24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79" name="Google Shape;179;p15"/>
          <p:cNvGraphicFramePr/>
          <p:nvPr/>
        </p:nvGraphicFramePr>
        <p:xfrm>
          <a:off x="2407920" y="23698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{DE85EAA4-BE0A-4058-A941-3EB0AC30F1E7}</a:tableStyleId>
              </a:tblPr>
              <a:tblGrid>
                <a:gridCol w="716275"/>
                <a:gridCol w="2110750"/>
                <a:gridCol w="2049775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S.No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F1-Score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Recall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1.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41.74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54.64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2.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71.34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70.50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3.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19.79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35.02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4.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60.06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75.17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5.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45.74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51.48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47.73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57.36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8f2eac414_0_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58f2eac414_0_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g358f2eac41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400" y="0"/>
            <a:ext cx="8621899" cy="502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Our project focused on query-based video summarization. We fine-tuned the ViT (Vision Transformer) model for feature extraction from images and used GPT-2 as the language model decoder. By leveraging the Llama index, we retrieved relevant captions based on user queries. The result is accurate, personalized video summaries.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51948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Video Captioning Model: Convert the image captioning model into a video captioning model, maintaining context from previous frames for generating captions.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1948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Integration of Textual Information: Incorporate textual information from video frames for improved summarization, especially useful in educational videos.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1948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Dataset Expansion: Expand the dataset to include videos from other domains (e.g., not limited to cleaning and laundry).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1948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Object Detection: Use YOLO for object detection to retrieve video frames containing objects specified by user queries.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85714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/>
              <a:t>THANKS FOR LISTENING ☺</a:t>
            </a:r>
            <a:endParaRPr/>
          </a:p>
        </p:txBody>
      </p:sp>
      <p:sp>
        <p:nvSpPr>
          <p:cNvPr id="206" name="Google Shape;206;p20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We are open to questions now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